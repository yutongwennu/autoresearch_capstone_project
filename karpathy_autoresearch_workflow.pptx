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Connector 30"/>
          <p:cNvCxnSpPr/>
          <p:nvPr/>
        </p:nvCxnSpPr>
        <p:spPr>
          <a:xfrm flipH="1">
            <a:off x="5440680" y="2407206"/>
            <a:ext cx="2651760" cy="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9" idx="2"/>
            <a:endCxn id="13" idx="3"/>
          </p:cNvCxnSpPr>
          <p:nvPr/>
        </p:nvCxnSpPr>
        <p:spPr>
          <a:xfrm flipH="1">
            <a:off x="7269480" y="4098846"/>
            <a:ext cx="2674620" cy="91440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6007" y="463555"/>
            <a:ext cx="21483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11827"/>
                </a:solidFill>
              </a:rPr>
              <a:t>Karpathy</a:t>
            </a:r>
            <a:r>
              <a:rPr lang="en-US" sz="1100" b="1" dirty="0">
                <a:solidFill>
                  <a:srgbClr val="111827"/>
                </a:solidFill>
              </a:rPr>
              <a:t> </a:t>
            </a:r>
            <a:r>
              <a:rPr lang="en-US" sz="1100" b="1" dirty="0" err="1">
                <a:solidFill>
                  <a:srgbClr val="111827"/>
                </a:solidFill>
              </a:rPr>
              <a:t>Autoresearch</a:t>
            </a:r>
            <a:r>
              <a:rPr lang="en-US" sz="1100" b="1" dirty="0">
                <a:solidFill>
                  <a:srgbClr val="111827"/>
                </a:solidFill>
              </a:rPr>
              <a:t> Workflow</a:t>
            </a:r>
            <a:endParaRPr sz="1100" b="1" dirty="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715566"/>
            <a:ext cx="2057400" cy="777240"/>
          </a:xfrm>
          <a:prstGeom prst="roundRect">
            <a:avLst/>
          </a:prstGeom>
          <a:solidFill>
            <a:srgbClr val="FEF2F2"/>
          </a:solidFill>
          <a:ln w="2159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FROZEN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program.md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(Project Charter)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715566"/>
            <a:ext cx="2286000" cy="777240"/>
          </a:xfrm>
          <a:prstGeom prst="roundRect">
            <a:avLst/>
          </a:prstGeom>
          <a:solidFill>
            <a:srgbClr val="DCFCE7"/>
          </a:solidFill>
          <a:ln w="2159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11827"/>
                </a:solidFill>
              </a:rPr>
              <a:t>Run Baseline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Midwestern MSPs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10–30 staff</a:t>
            </a:r>
            <a:r>
              <a:rPr lang="en-US" sz="1050" b="1" dirty="0">
                <a:solidFill>
                  <a:srgbClr val="111827"/>
                </a:solidFill>
              </a:rPr>
              <a:t> size</a:t>
            </a:r>
            <a:endParaRPr sz="1050" b="1" dirty="0">
              <a:solidFill>
                <a:srgbClr val="111827"/>
              </a:solidFill>
            </a:endParaRPr>
          </a:p>
        </p:txBody>
      </p:sp>
      <p:sp>
        <p:nvSpPr>
          <p:cNvPr id="6" name="Diamond 5"/>
          <p:cNvSpPr/>
          <p:nvPr/>
        </p:nvSpPr>
        <p:spPr>
          <a:xfrm>
            <a:off x="5623560" y="669846"/>
            <a:ext cx="2148840" cy="868680"/>
          </a:xfrm>
          <a:prstGeom prst="diamond">
            <a:avLst/>
          </a:prstGeom>
          <a:solidFill>
            <a:srgbClr val="FEF9C3"/>
          </a:solidFill>
          <a:ln w="2159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Loop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995726"/>
            <a:ext cx="2560320" cy="822960"/>
          </a:xfrm>
          <a:prstGeom prst="roundRect">
            <a:avLst/>
          </a:prstGeom>
          <a:solidFill>
            <a:srgbClr val="DBEAFE"/>
          </a:solidFill>
          <a:ln w="2159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EDITABLE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Agent Edits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research.py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3184446"/>
            <a:ext cx="2743200" cy="914400"/>
          </a:xfrm>
          <a:prstGeom prst="roundRect">
            <a:avLst/>
          </a:prstGeom>
          <a:solidFill>
            <a:srgbClr val="E0E7FF"/>
          </a:solidFill>
          <a:ln w="2159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Worker: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Execute research.py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3184446"/>
            <a:ext cx="2423160" cy="914400"/>
          </a:xfrm>
          <a:prstGeom prst="roundRect">
            <a:avLst/>
          </a:prstGeom>
          <a:solidFill>
            <a:srgbClr val="FEF2F2"/>
          </a:solidFill>
          <a:ln w="2159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11827"/>
                </a:solidFill>
              </a:rPr>
              <a:t>FROZEN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prepare.py</a:t>
            </a:r>
          </a:p>
          <a:p>
            <a:pPr algn="ctr"/>
            <a:r>
              <a:rPr sz="1050" b="1">
                <a:solidFill>
                  <a:srgbClr val="111827"/>
                </a:solidFill>
              </a:rPr>
              <a:t>(Judge)</a:t>
            </a:r>
          </a:p>
        </p:txBody>
      </p:sp>
      <p:sp>
        <p:nvSpPr>
          <p:cNvPr id="13" name="Diamond 12"/>
          <p:cNvSpPr/>
          <p:nvPr/>
        </p:nvSpPr>
        <p:spPr>
          <a:xfrm>
            <a:off x="4892040" y="4556046"/>
            <a:ext cx="2377440" cy="914400"/>
          </a:xfrm>
          <a:prstGeom prst="diamond">
            <a:avLst/>
          </a:prstGeom>
          <a:solidFill>
            <a:srgbClr val="FEF9C3"/>
          </a:solidFill>
          <a:ln w="2159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11827"/>
                </a:solidFill>
              </a:rPr>
              <a:t>10 Gold Standard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Leads Found?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(verified ≥ 9/10)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6340" y="5679907"/>
            <a:ext cx="2148840" cy="508247"/>
          </a:xfrm>
          <a:prstGeom prst="roundRect">
            <a:avLst/>
          </a:prstGeom>
          <a:solidFill>
            <a:srgbClr val="BFDBFE"/>
          </a:solidFill>
          <a:ln w="2159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11827"/>
                </a:solidFill>
              </a:rPr>
              <a:t>Final Result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Top 10 Scored Leads</a:t>
            </a:r>
          </a:p>
          <a:p>
            <a:pPr algn="ctr"/>
            <a:r>
              <a:rPr sz="1050" b="1" dirty="0">
                <a:solidFill>
                  <a:srgbClr val="111827"/>
                </a:solidFill>
              </a:rPr>
              <a:t>validated by Judge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1104186"/>
            <a:ext cx="411480" cy="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1104186"/>
            <a:ext cx="457200" cy="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97980" y="1538526"/>
            <a:ext cx="22860" cy="45720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2818686"/>
            <a:ext cx="0" cy="36576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92440" y="3641646"/>
            <a:ext cx="640080" cy="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14" idx="0"/>
          </p:cNvCxnSpPr>
          <p:nvPr/>
        </p:nvCxnSpPr>
        <p:spPr>
          <a:xfrm flipH="1" flipV="1">
            <a:off x="6061798" y="5456623"/>
            <a:ext cx="18962" cy="223284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4556046"/>
            <a:ext cx="2011680" cy="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092440" y="2407206"/>
            <a:ext cx="0" cy="2148840"/>
          </a:xfrm>
          <a:prstGeom prst="line">
            <a:avLst/>
          </a:prstGeom>
          <a:ln w="2413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6323180"/>
            <a:ext cx="862928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FF0000"/>
                </a:solidFill>
              </a:rPr>
              <a:t>Red = FROZEN components (</a:t>
            </a:r>
            <a:r>
              <a:rPr sz="1050" dirty="0" err="1">
                <a:solidFill>
                  <a:srgbClr val="FF0000"/>
                </a:solidFill>
              </a:rPr>
              <a:t>program.md</a:t>
            </a:r>
            <a:r>
              <a:rPr sz="1050" dirty="0">
                <a:solidFill>
                  <a:srgbClr val="FF0000"/>
                </a:solidFill>
              </a:rPr>
              <a:t>, </a:t>
            </a:r>
            <a:r>
              <a:rPr sz="1050" dirty="0" err="1">
                <a:solidFill>
                  <a:srgbClr val="FF0000"/>
                </a:solidFill>
              </a:rPr>
              <a:t>prepare.py</a:t>
            </a:r>
            <a:r>
              <a:rPr sz="1050" dirty="0">
                <a:solidFill>
                  <a:srgbClr val="FF0000"/>
                </a:solidFill>
              </a:rPr>
              <a:t>)</a:t>
            </a:r>
            <a:r>
              <a:rPr sz="1050" dirty="0">
                <a:solidFill>
                  <a:srgbClr val="6B7280"/>
                </a:solidFill>
              </a:rPr>
              <a:t>   </a:t>
            </a:r>
            <a:r>
              <a:rPr sz="1050" dirty="0">
                <a:solidFill>
                  <a:schemeClr val="tx2"/>
                </a:solidFill>
              </a:rPr>
              <a:t>•   Blue = EDITABLE worker logic (</a:t>
            </a:r>
            <a:r>
              <a:rPr sz="1050" dirty="0" err="1">
                <a:solidFill>
                  <a:schemeClr val="tx2"/>
                </a:solidFill>
              </a:rPr>
              <a:t>research.py</a:t>
            </a:r>
            <a:r>
              <a:rPr sz="1050" dirty="0">
                <a:solidFill>
                  <a:schemeClr val="tx2"/>
                </a:solidFill>
              </a:rPr>
              <a:t>) </a:t>
            </a:r>
            <a:r>
              <a:rPr sz="1050" dirty="0">
                <a:solidFill>
                  <a:srgbClr val="6B7280"/>
                </a:solidFill>
              </a:rPr>
              <a:t>  •   Final result only after judge-verified ≥ 9/10 leads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C6DCE7-43BF-B834-8D2F-6852BD9EF613}"/>
              </a:ext>
            </a:extLst>
          </p:cNvPr>
          <p:cNvSpPr txBox="1"/>
          <p:nvPr/>
        </p:nvSpPr>
        <p:spPr>
          <a:xfrm>
            <a:off x="6233869" y="5408780"/>
            <a:ext cx="5326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A13204-745F-C997-4985-7B7B8448E54F}"/>
              </a:ext>
            </a:extLst>
          </p:cNvPr>
          <p:cNvSpPr txBox="1"/>
          <p:nvPr/>
        </p:nvSpPr>
        <p:spPr>
          <a:xfrm>
            <a:off x="4398685" y="3175084"/>
            <a:ext cx="356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82A558F9-F63F-ED89-B16A-F5424EDAA3AE}"/>
              </a:ext>
            </a:extLst>
          </p:cNvPr>
          <p:cNvSpPr/>
          <p:nvPr/>
        </p:nvSpPr>
        <p:spPr>
          <a:xfrm flipH="1">
            <a:off x="4846319" y="1195305"/>
            <a:ext cx="1828799" cy="4558508"/>
          </a:xfrm>
          <a:prstGeom prst="arc">
            <a:avLst>
              <a:gd name="adj1" fmla="val 16200000"/>
              <a:gd name="adj2" fmla="val 38476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94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Tommy Wen</cp:lastModifiedBy>
  <cp:revision>3</cp:revision>
  <dcterms:created xsi:type="dcterms:W3CDTF">2013-01-27T09:14:16Z</dcterms:created>
  <dcterms:modified xsi:type="dcterms:W3CDTF">2026-04-15T22:27:12Z</dcterms:modified>
  <cp:category/>
</cp:coreProperties>
</file>